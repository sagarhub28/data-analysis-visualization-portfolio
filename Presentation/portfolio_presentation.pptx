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4996" y="1258529"/>
            <a:ext cx="83276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sz="4000" dirty="0"/>
              <a:t>Data Analysis &amp; Visualization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594" y="2240280"/>
            <a:ext cx="103730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sz="3200" dirty="0"/>
              <a:t>Five Python data-analysis projects demonstrating data cleaning, statistical analysis, visualization, and actionable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4203" y="4800600"/>
            <a:ext cx="413311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lang="en-IN" sz="2800" dirty="0"/>
              <a:t>SAGAR MISHRA</a:t>
            </a:r>
          </a:p>
          <a:p>
            <a:pPr algn="ctr">
              <a:defRPr sz="1800"/>
            </a:pPr>
            <a:r>
              <a:rPr lang="en-IN" sz="2800" dirty="0"/>
              <a:t>0173cs211056@gmail.com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566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Five Projects, One Repeatable Analytical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3821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spcAft>
                <a:spcPts val="1100"/>
              </a:spcAft>
              <a:buFont typeface="+mj-lt"/>
              <a:buAutoNum type="arabicPeriod"/>
              <a:defRPr sz="2000"/>
            </a:pPr>
            <a:r>
              <a:rPr sz="2800" dirty="0"/>
              <a:t>Retail sales — real, user-provided Superstore-style dataset</a:t>
            </a:r>
          </a:p>
          <a:p>
            <a:pPr marL="514350" indent="-514350">
              <a:lnSpc>
                <a:spcPct val="150000"/>
              </a:lnSpc>
              <a:spcAft>
                <a:spcPts val="1100"/>
              </a:spcAft>
              <a:buFont typeface="+mj-lt"/>
              <a:buAutoNum type="arabicPeriod"/>
              <a:defRPr sz="2000"/>
            </a:pPr>
            <a:r>
              <a:rPr sz="2800" dirty="0"/>
              <a:t>Student performance — simulated dataset</a:t>
            </a:r>
          </a:p>
          <a:p>
            <a:pPr marL="514350" indent="-514350">
              <a:lnSpc>
                <a:spcPct val="150000"/>
              </a:lnSpc>
              <a:spcAft>
                <a:spcPts val="1100"/>
              </a:spcAft>
              <a:buFont typeface="+mj-lt"/>
              <a:buAutoNum type="arabicPeriod"/>
              <a:defRPr sz="2000"/>
            </a:pPr>
            <a:r>
              <a:rPr sz="2800" dirty="0"/>
              <a:t>Weather analysis — simulated dataset</a:t>
            </a:r>
          </a:p>
          <a:p>
            <a:pPr marL="514350" indent="-514350">
              <a:lnSpc>
                <a:spcPct val="150000"/>
              </a:lnSpc>
              <a:spcAft>
                <a:spcPts val="1100"/>
              </a:spcAft>
              <a:buFont typeface="+mj-lt"/>
              <a:buAutoNum type="arabicPeriod"/>
              <a:defRPr sz="2000"/>
            </a:pPr>
            <a:r>
              <a:rPr sz="2800" dirty="0"/>
              <a:t>Healthcare patient analysis — simulated dataset</a:t>
            </a:r>
          </a:p>
          <a:p>
            <a:pPr marL="514350" indent="-514350">
              <a:lnSpc>
                <a:spcPct val="150000"/>
              </a:lnSpc>
              <a:spcAft>
                <a:spcPts val="1100"/>
              </a:spcAft>
              <a:buFont typeface="+mj-lt"/>
              <a:buAutoNum type="arabicPeriod"/>
              <a:defRPr sz="2000"/>
            </a:pPr>
            <a:r>
              <a:rPr sz="2800" dirty="0"/>
              <a:t>Finance market analysis — simulated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3086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800" dirty="0"/>
              <a:t>Retail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53246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2400" dirty="0"/>
              <a:t>Turning transactions into business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01168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REAL / USER-PROVIDED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2286000"/>
            <a:ext cx="5599963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rPr sz="2800" dirty="0"/>
              <a:t>Total sales: $2.297M</a:t>
            </a:r>
          </a:p>
          <a:p>
            <a:pPr>
              <a:spcAft>
                <a:spcPts val="1100"/>
              </a:spcAft>
              <a:defRPr sz="1600"/>
            </a:pPr>
            <a:r>
              <a:rPr sz="2800" dirty="0"/>
              <a:t>Total profit: $286.4K</a:t>
            </a:r>
          </a:p>
          <a:p>
            <a:pPr>
              <a:spcAft>
                <a:spcPts val="1100"/>
              </a:spcAft>
              <a:defRPr sz="1600"/>
            </a:pPr>
            <a:r>
              <a:rPr sz="2800" dirty="0"/>
              <a:t>5,009 unique orders · 793 unique customers</a:t>
            </a:r>
          </a:p>
          <a:p>
            <a:pPr>
              <a:spcAft>
                <a:spcPts val="1100"/>
              </a:spcAft>
              <a:defRPr sz="1600"/>
            </a:pPr>
            <a:r>
              <a:rPr sz="2800" dirty="0"/>
              <a:t>Analysis: sales trends, category and regional performance, weekday sales, discounts and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57423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Student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74184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3200" dirty="0"/>
              <a:t>Connecting learning behaviors to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8903"/>
            <a:ext cx="201168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SIMULATED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512" y="2057400"/>
            <a:ext cx="6589083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rPr sz="2400" dirty="0"/>
              <a:t>600 simulated students</a:t>
            </a:r>
          </a:p>
          <a:p>
            <a:pPr>
              <a:spcAft>
                <a:spcPts val="1100"/>
              </a:spcAft>
              <a:defRPr sz="1600"/>
            </a:pPr>
            <a:r>
              <a:rPr sz="2400" dirty="0"/>
              <a:t>Attendance ↔ final score correlation: 0.433</a:t>
            </a:r>
          </a:p>
          <a:p>
            <a:pPr>
              <a:spcAft>
                <a:spcPts val="1100"/>
              </a:spcAft>
              <a:defRPr sz="1600"/>
            </a:pPr>
            <a:r>
              <a:rPr sz="2400" dirty="0"/>
              <a:t>Study hours ↔ final score correlation: 0.671</a:t>
            </a:r>
          </a:p>
          <a:p>
            <a:pPr>
              <a:spcAft>
                <a:spcPts val="1100"/>
              </a:spcAft>
              <a:defRPr sz="1600"/>
            </a:pPr>
            <a:r>
              <a:rPr sz="2400" dirty="0"/>
              <a:t>Analysis: attendance, study hours, subject scores, correlations and statistical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89177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Weather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9229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3200" dirty="0"/>
              <a:t>Revealing patterns across three years of daily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699"/>
            <a:ext cx="201168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SIMULATED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79" y="2377440"/>
            <a:ext cx="7520695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/>
            </a:pPr>
            <a:r>
              <a:rPr sz="2800" dirty="0"/>
              <a:t>1,096 daily observations · 2022–2024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Average temperature: 25.1°C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Total rainfall: 5,240.8 mm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Temperature ↔ humidity correlation: -0.565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Analysis: trends, rainfall seasonality, distributions and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9976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Healthcare Patient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75260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3200" dirty="0"/>
              <a:t>Making data quality and risk patterns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512"/>
            <a:ext cx="201168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SIMULATED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626" y="2776630"/>
            <a:ext cx="7956263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/>
            </a:pPr>
            <a:r>
              <a:rPr sz="2800" dirty="0"/>
              <a:t>1,000 base patient records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Duplicate detection and removal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Missing-value handling using median imputation</a:t>
            </a:r>
          </a:p>
          <a:p>
            <a:pPr>
              <a:spcAft>
                <a:spcPts val="1100"/>
              </a:spcAft>
              <a:defRPr sz="1500"/>
            </a:pPr>
            <a:r>
              <a:rPr sz="2800" dirty="0"/>
              <a:t>Analysis: conditions, risk groups, smoking status, healthcare visits and correlations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3495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Finance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4899"/>
            <a:ext cx="69791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3200" dirty="0"/>
              <a:t>Framing returns, volatility and sentiment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01952"/>
            <a:ext cx="201168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SIMULATED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2761488"/>
            <a:ext cx="8502543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rPr sz="2800" dirty="0"/>
              <a:t>1,500 cleaned observations</a:t>
            </a:r>
          </a:p>
          <a:p>
            <a:pPr>
              <a:spcAft>
                <a:spcPts val="1100"/>
              </a:spcAft>
              <a:defRPr sz="1600"/>
            </a:pPr>
            <a:r>
              <a:rPr sz="2800" dirty="0"/>
              <a:t>Analysis: returns, sector performance, volatility, sentiment and correlations</a:t>
            </a:r>
          </a:p>
          <a:p>
            <a:pPr>
              <a:spcAft>
                <a:spcPts val="1100"/>
              </a:spcAft>
              <a:defRPr sz="1600"/>
            </a:pPr>
            <a:r>
              <a:rPr sz="2800" dirty="0"/>
              <a:t>Educational analysis only —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32571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Technical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417320"/>
            <a:ext cx="9692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rPr sz="3200" dirty="0"/>
              <a:t>Python · Pandas · NumPy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Matplotlib · Seaborn · SciPy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Jupyter Notebook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Data cleaning and validation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Exploratory data analysis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Statistical analysis and hypothesis testing</a:t>
            </a:r>
          </a:p>
          <a:p>
            <a:pPr>
              <a:spcAft>
                <a:spcPts val="1100"/>
              </a:spcAft>
              <a:defRPr sz="2000"/>
            </a:pPr>
            <a:r>
              <a:rPr sz="3200" dirty="0"/>
              <a:t>Data visualization and business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5537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From Raw Data to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2011680" cy="2331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01</a:t>
            </a:r>
          </a:p>
          <a:p>
            <a:pPr algn="ctr">
              <a:defRPr sz="1700" b="1"/>
            </a:pPr>
            <a:r>
              <a:t>Understand</a:t>
            </a:r>
          </a:p>
          <a:p>
            <a:pPr algn="ctr">
              <a:defRPr sz="1100"/>
            </a:pPr>
            <a:r>
              <a:t>Question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39" y="1920240"/>
            <a:ext cx="2011680" cy="2331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02</a:t>
            </a:r>
          </a:p>
          <a:p>
            <a:pPr algn="ctr">
              <a:defRPr sz="1700" b="1"/>
            </a:pPr>
            <a:r>
              <a:t>Validate</a:t>
            </a:r>
          </a:p>
          <a:p>
            <a:pPr algn="ctr">
              <a:defRPr sz="1100"/>
            </a:pPr>
            <a:r>
              <a:t>Duplicates, missing values,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59" y="1920240"/>
            <a:ext cx="2011680" cy="2331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03</a:t>
            </a:r>
          </a:p>
          <a:p>
            <a:pPr algn="ctr">
              <a:defRPr sz="1700" b="1"/>
            </a:pPr>
            <a:r>
              <a:t>Explore</a:t>
            </a:r>
          </a:p>
          <a:p>
            <a:pPr algn="ctr">
              <a:defRPr sz="1100"/>
            </a:pPr>
            <a:r>
              <a:t>Trends, distributions,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920240"/>
            <a:ext cx="2011680" cy="2331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04</a:t>
            </a:r>
          </a:p>
          <a:p>
            <a:pPr algn="ctr">
              <a:defRPr sz="1700" b="1"/>
            </a:pPr>
            <a:r>
              <a:t>Analyze</a:t>
            </a:r>
          </a:p>
          <a:p>
            <a:pPr algn="ctr">
              <a:defRPr sz="1100"/>
            </a:pPr>
            <a:r>
              <a:t>Statistics &amp;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920240"/>
            <a:ext cx="2011680" cy="2331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05</a:t>
            </a:r>
          </a:p>
          <a:p>
            <a:pPr algn="ctr">
              <a:defRPr sz="1700" b="1"/>
            </a:pPr>
            <a:r>
              <a:t>Communicate</a:t>
            </a:r>
          </a:p>
          <a:p>
            <a:pPr algn="ctr">
              <a:defRPr sz="1100"/>
            </a:pPr>
            <a:r>
              <a:t>Visual evidence &amp;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51905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From Data to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1005840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rPr sz="2800" dirty="0"/>
              <a:t>Five projects across retail, education, weather, healthcare and finance</a:t>
            </a:r>
          </a:p>
          <a:p>
            <a:pPr>
              <a:spcAft>
                <a:spcPts val="1100"/>
              </a:spcAft>
              <a:defRPr sz="2000"/>
            </a:pPr>
            <a:r>
              <a:rPr sz="2800" dirty="0"/>
              <a:t>Consistent data-cleaning and validation workflow</a:t>
            </a:r>
          </a:p>
          <a:p>
            <a:pPr>
              <a:spcAft>
                <a:spcPts val="1100"/>
              </a:spcAft>
              <a:defRPr sz="2000"/>
            </a:pPr>
            <a:r>
              <a:rPr sz="2800" dirty="0"/>
              <a:t>Statistical analysis supported by visual evidence</a:t>
            </a:r>
          </a:p>
          <a:p>
            <a:pPr>
              <a:spcAft>
                <a:spcPts val="1100"/>
              </a:spcAft>
              <a:defRPr sz="2000"/>
            </a:pPr>
            <a:r>
              <a:rPr sz="2800" dirty="0"/>
              <a:t>Professional notebooks, reports, visualizations and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3533" y="5074920"/>
            <a:ext cx="8923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sz="2800" dirty="0"/>
              <a:t>Thank you  •  </a:t>
            </a:r>
            <a:r>
              <a:rPr lang="en-IN" sz="2800" dirty="0"/>
              <a:t>SAGAR MISHRA</a:t>
            </a:r>
            <a:r>
              <a:rPr sz="2800" dirty="0"/>
              <a:t>  •  </a:t>
            </a:r>
            <a:r>
              <a:rPr lang="en-IN" sz="2800" dirty="0"/>
              <a:t>0173cs211056@gmail.com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391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mishra</cp:lastModifiedBy>
  <cp:revision>2</cp:revision>
  <dcterms:created xsi:type="dcterms:W3CDTF">2013-01-27T09:14:16Z</dcterms:created>
  <dcterms:modified xsi:type="dcterms:W3CDTF">2026-10-03T10:14:36Z</dcterms:modified>
  <cp:category/>
</cp:coreProperties>
</file>